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F0CF04-CBA4-6E94-08CF-BF13763339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65DC15B-A70D-A67A-8694-E912E679EF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0E1446-E5F0-315E-EB48-D634E6846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CBD48-320E-4887-B728-B26ABD5BE3B1}" type="datetimeFigureOut">
              <a:rPr lang="zh-CN" altLang="en-US" smtClean="0"/>
              <a:t>2025-11-29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3A8A16-7C94-B53E-7505-800E07E40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5C78A6-B08A-B1E7-0F18-E1536B247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05B33-53F3-4CA8-9AF5-A35826A8C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39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979D8E-71A6-5EBB-7FAA-9F3967CA7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15AE0B-FF71-12E8-224C-9794A8651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3E0FAD-BD18-BBC3-35FE-F6DA7A6CB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CBD48-320E-4887-B728-B26ABD5BE3B1}" type="datetimeFigureOut">
              <a:rPr lang="zh-CN" altLang="en-US" smtClean="0"/>
              <a:t>2025-11-29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7E127E-009F-D767-D44C-FC53B5C39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897676-10D1-9CF3-4B76-872EA4238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05B33-53F3-4CA8-9AF5-A35826A8C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958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9E26AB-073C-5746-FBD1-AFF021313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36EC2E-1709-601A-2418-1F261AA0C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2BFBAB-3D3B-2A76-E279-C4FEFA4D9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CBD48-320E-4887-B728-B26ABD5BE3B1}" type="datetimeFigureOut">
              <a:rPr lang="zh-CN" altLang="en-US" smtClean="0"/>
              <a:t>2025-11-29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BE45D2-960F-A9F7-B9EC-D8709A147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50C3A9-30FC-55B5-23E7-89D16AB57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05B33-53F3-4CA8-9AF5-A35826A8C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094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CDFC3D-65BC-58D9-124E-0EE9B4E7A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94D076-4D25-4328-718E-056127882E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A45CC4-FB0D-EE36-628C-CC571BC0C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AE1F00-CBA5-F99A-2AB8-646D6C7B8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CBD48-320E-4887-B728-B26ABD5BE3B1}" type="datetimeFigureOut">
              <a:rPr lang="zh-CN" altLang="en-US" smtClean="0"/>
              <a:t>2025-11-29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7911B4-B45F-8088-39FE-6E9264A26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900FBF-7046-9B16-9601-CD6FE7CDF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05B33-53F3-4CA8-9AF5-A35826A8C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027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291754-4258-9B57-156A-14046CCD7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AE7063-0D3B-E079-D999-857262728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F3C053-EEC4-6D34-034B-580FA1476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42CF8C-817A-AE89-7A9F-1045D4E9AA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2628346-6A68-4A42-1FA6-EA8D459E51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1A9274B-3F48-685A-FEC6-5A3F369AC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CBD48-320E-4887-B728-B26ABD5BE3B1}" type="datetimeFigureOut">
              <a:rPr lang="zh-CN" altLang="en-US" smtClean="0"/>
              <a:t>2025-11-29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F9DD27A-D0FB-58A7-1ACD-A8885A15B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F09BCA6-7FB2-0DF5-9398-D04B28B8D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05B33-53F3-4CA8-9AF5-A35826A8C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713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AFD364-2CB3-427E-5E63-06A0C5FA0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77303DC-BC30-D8A7-810C-8601955FC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CBD48-320E-4887-B728-B26ABD5BE3B1}" type="datetimeFigureOut">
              <a:rPr lang="zh-CN" altLang="en-US" smtClean="0"/>
              <a:t>2025-11-29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8B74DF-7033-E1D1-B211-D262C31E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8591072-F5C3-845F-54E7-B234512D3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05B33-53F3-4CA8-9AF5-A35826A8C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05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2261BDA-BB77-82F7-F689-2A95FC95F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CBD48-320E-4887-B728-B26ABD5BE3B1}" type="datetimeFigureOut">
              <a:rPr lang="zh-CN" altLang="en-US" smtClean="0"/>
              <a:t>2025-11-29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0A24DA-44E3-42EF-6638-562A30197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F39DB3-7DB4-7146-714E-BF1B85C32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05B33-53F3-4CA8-9AF5-A35826A8C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266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4EA978-0DF3-6BC2-8F48-048800498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58C58D-7A6B-5CAD-3B2C-31D7D7046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D9A856-3CD4-01F7-FC0D-56E481EFD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D555F3-26A2-4A5F-83E9-B41D31D39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CBD48-320E-4887-B728-B26ABD5BE3B1}" type="datetimeFigureOut">
              <a:rPr lang="zh-CN" altLang="en-US" smtClean="0"/>
              <a:t>2025-11-29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6E459C-F53C-C754-BEC7-9FF5FA93D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41C52B-CDC1-E555-B091-E799F0D80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05B33-53F3-4CA8-9AF5-A35826A8C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648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1A028A-BB4C-6329-8E3E-E34B42BF6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5743FCE-14CE-92F4-FD62-8E981E37CE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181ABF-D827-80B3-D43B-676FE41F1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FEFD82-68D3-BAAC-9571-871F360A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CBD48-320E-4887-B728-B26ABD5BE3B1}" type="datetimeFigureOut">
              <a:rPr lang="zh-CN" altLang="en-US" smtClean="0"/>
              <a:t>2025-11-29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A8FBB6-FB65-695D-1043-9BC8EF03F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498439-2A0B-D563-E8DD-B0DEF01CF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05B33-53F3-4CA8-9AF5-A35826A8C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836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20E1D8-0B3A-C6B0-1B9B-7B3C89EAD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17E229E-D7E7-9F3C-E1B0-C20E16845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84AC87-1CF6-FFAE-1A86-C29C614D9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CBD48-320E-4887-B728-B26ABD5BE3B1}" type="datetimeFigureOut">
              <a:rPr lang="zh-CN" altLang="en-US" smtClean="0"/>
              <a:t>2025-11-29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3C8E45-A866-4F8B-19BD-F7A3761FF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E9702D-37AB-5272-BB6A-2E11FDF48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05B33-53F3-4CA8-9AF5-A35826A8C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424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ECD8539-BD8D-3ADB-72E6-DEA580E4CC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C9AED9-59EB-575A-B324-2923F2F87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D91938-46E6-3DA8-6C85-80795AB62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CBD48-320E-4887-B728-B26ABD5BE3B1}" type="datetimeFigureOut">
              <a:rPr lang="zh-CN" altLang="en-US" smtClean="0"/>
              <a:t>2025-11-29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E94F11-8664-7352-A710-0472CBF5F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583369-47A8-3F7A-BA20-210E6527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05B33-53F3-4CA8-9AF5-A35826A8C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563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C996D03-FFE7-C0D8-9F59-DEC9ED40C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BC642D-80B9-93BE-1DCA-04E1D6490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747F2E-3DE1-D0E4-5074-E346728D4E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9CBD48-320E-4887-B728-B26ABD5BE3B1}" type="datetimeFigureOut">
              <a:rPr lang="zh-CN" altLang="en-US" smtClean="0"/>
              <a:t>2025-11-29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CDB893-9D5A-5AB8-22A2-932E6C621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BE4F08-EF9B-4279-D404-84865D88C9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05B33-53F3-4CA8-9AF5-A35826A8C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407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5BC8648-C922-C7F9-09E1-9F40301778B2}"/>
              </a:ext>
            </a:extLst>
          </p:cNvPr>
          <p:cNvSpPr/>
          <p:nvPr/>
        </p:nvSpPr>
        <p:spPr>
          <a:xfrm>
            <a:off x="1159859" y="1214634"/>
            <a:ext cx="900000" cy="900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AA31A5C-CB3B-36FF-4599-BAF14108ECDF}"/>
              </a:ext>
            </a:extLst>
          </p:cNvPr>
          <p:cNvSpPr/>
          <p:nvPr/>
        </p:nvSpPr>
        <p:spPr>
          <a:xfrm>
            <a:off x="2059859" y="4744523"/>
            <a:ext cx="900000" cy="900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t-49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57C559-B2D7-A97F-64BD-51FE38A66D54}"/>
              </a:ext>
            </a:extLst>
          </p:cNvPr>
          <p:cNvSpPr/>
          <p:nvPr/>
        </p:nvSpPr>
        <p:spPr>
          <a:xfrm>
            <a:off x="1159859" y="4744523"/>
            <a:ext cx="900000" cy="900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t-50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B44094-BA77-D6EF-93CF-98F79EC91FD0}"/>
              </a:ext>
            </a:extLst>
          </p:cNvPr>
          <p:cNvSpPr/>
          <p:nvPr/>
        </p:nvSpPr>
        <p:spPr>
          <a:xfrm>
            <a:off x="2960204" y="2978420"/>
            <a:ext cx="900000" cy="900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89CAA0E-358C-730C-5E15-56B05CD2F383}"/>
              </a:ext>
            </a:extLst>
          </p:cNvPr>
          <p:cNvSpPr/>
          <p:nvPr/>
        </p:nvSpPr>
        <p:spPr>
          <a:xfrm>
            <a:off x="2060204" y="2978420"/>
            <a:ext cx="900000" cy="900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D465865-2983-5B6F-CA0D-F2B4EA812C48}"/>
              </a:ext>
            </a:extLst>
          </p:cNvPr>
          <p:cNvSpPr/>
          <p:nvPr/>
        </p:nvSpPr>
        <p:spPr>
          <a:xfrm>
            <a:off x="2959859" y="1214634"/>
            <a:ext cx="900000" cy="900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A3A8EF2-4D06-75D3-EBCA-C33008A37F75}"/>
              </a:ext>
            </a:extLst>
          </p:cNvPr>
          <p:cNvSpPr/>
          <p:nvPr/>
        </p:nvSpPr>
        <p:spPr>
          <a:xfrm>
            <a:off x="2059859" y="1214634"/>
            <a:ext cx="900000" cy="900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49F0362-0CA8-176D-9112-3A0B7BA140F2}"/>
              </a:ext>
            </a:extLst>
          </p:cNvPr>
          <p:cNvSpPr/>
          <p:nvPr/>
        </p:nvSpPr>
        <p:spPr>
          <a:xfrm>
            <a:off x="1155289" y="2978420"/>
            <a:ext cx="900000" cy="900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B1ABBDD-4C67-129B-D48F-9BE4320E1A42}"/>
              </a:ext>
            </a:extLst>
          </p:cNvPr>
          <p:cNvSpPr/>
          <p:nvPr/>
        </p:nvSpPr>
        <p:spPr>
          <a:xfrm>
            <a:off x="6750191" y="1214634"/>
            <a:ext cx="900000" cy="900000"/>
          </a:xfrm>
          <a:prstGeom prst="rect">
            <a:avLst/>
          </a:prstGeom>
          <a:solidFill>
            <a:srgbClr val="FFFF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9093765-690C-C807-BB63-F6FEDB164C4F}"/>
              </a:ext>
            </a:extLst>
          </p:cNvPr>
          <p:cNvSpPr/>
          <p:nvPr/>
        </p:nvSpPr>
        <p:spPr>
          <a:xfrm>
            <a:off x="5850191" y="1214634"/>
            <a:ext cx="900000" cy="900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BE46C43-260E-F0D8-8242-DCE299983B57}"/>
              </a:ext>
            </a:extLst>
          </p:cNvPr>
          <p:cNvSpPr/>
          <p:nvPr/>
        </p:nvSpPr>
        <p:spPr>
          <a:xfrm>
            <a:off x="2959859" y="4744523"/>
            <a:ext cx="900000" cy="900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t-48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D2E6D82-DF7A-2137-23D5-78E6A8EC3119}"/>
              </a:ext>
            </a:extLst>
          </p:cNvPr>
          <p:cNvSpPr/>
          <p:nvPr/>
        </p:nvSpPr>
        <p:spPr>
          <a:xfrm>
            <a:off x="3859858" y="1214634"/>
            <a:ext cx="1990335" cy="900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…….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1EC4B6A-362C-2271-ADBC-A964C98A06A6}"/>
              </a:ext>
            </a:extLst>
          </p:cNvPr>
          <p:cNvSpPr/>
          <p:nvPr/>
        </p:nvSpPr>
        <p:spPr>
          <a:xfrm>
            <a:off x="3859856" y="4744523"/>
            <a:ext cx="1990335" cy="900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…….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6D60E8E-554D-A3FF-EFA1-8F9F4E15AE25}"/>
              </a:ext>
            </a:extLst>
          </p:cNvPr>
          <p:cNvSpPr/>
          <p:nvPr/>
        </p:nvSpPr>
        <p:spPr>
          <a:xfrm>
            <a:off x="3855286" y="2978420"/>
            <a:ext cx="1990335" cy="900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…….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3A89B2C-89B9-4BF0-FBBB-07C9A7559585}"/>
              </a:ext>
            </a:extLst>
          </p:cNvPr>
          <p:cNvSpPr/>
          <p:nvPr/>
        </p:nvSpPr>
        <p:spPr>
          <a:xfrm>
            <a:off x="7650189" y="1214634"/>
            <a:ext cx="900000" cy="900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52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474B48B-033C-59C7-9BDC-B2925CCC6196}"/>
              </a:ext>
            </a:extLst>
          </p:cNvPr>
          <p:cNvSpPr/>
          <p:nvPr/>
        </p:nvSpPr>
        <p:spPr>
          <a:xfrm>
            <a:off x="8550189" y="1215213"/>
            <a:ext cx="1990335" cy="900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…….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21870A9-A400-49FF-14D6-7B1AE3C10313}"/>
              </a:ext>
            </a:extLst>
          </p:cNvPr>
          <p:cNvSpPr/>
          <p:nvPr/>
        </p:nvSpPr>
        <p:spPr>
          <a:xfrm>
            <a:off x="6750190" y="2978421"/>
            <a:ext cx="900000" cy="900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9E42D31-F3EF-C7E3-11A4-300F3D244803}"/>
              </a:ext>
            </a:extLst>
          </p:cNvPr>
          <p:cNvSpPr/>
          <p:nvPr/>
        </p:nvSpPr>
        <p:spPr>
          <a:xfrm>
            <a:off x="5850190" y="2978421"/>
            <a:ext cx="900000" cy="900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F2E5563-8074-E77E-F93E-A85969AA023A}"/>
              </a:ext>
            </a:extLst>
          </p:cNvPr>
          <p:cNvSpPr/>
          <p:nvPr/>
        </p:nvSpPr>
        <p:spPr>
          <a:xfrm>
            <a:off x="7650188" y="2978421"/>
            <a:ext cx="900000" cy="900000"/>
          </a:xfrm>
          <a:prstGeom prst="rect">
            <a:avLst/>
          </a:prstGeom>
          <a:solidFill>
            <a:srgbClr val="FFFF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52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B39F2E8-7EA7-CB86-37A2-FE8C39F82EE1}"/>
              </a:ext>
            </a:extLst>
          </p:cNvPr>
          <p:cNvSpPr/>
          <p:nvPr/>
        </p:nvSpPr>
        <p:spPr>
          <a:xfrm>
            <a:off x="8550188" y="2977842"/>
            <a:ext cx="1990335" cy="89132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…….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7866134-8D61-F26B-D45C-B1F73798B57B}"/>
              </a:ext>
            </a:extLst>
          </p:cNvPr>
          <p:cNvSpPr/>
          <p:nvPr/>
        </p:nvSpPr>
        <p:spPr>
          <a:xfrm>
            <a:off x="6750190" y="4746381"/>
            <a:ext cx="900000" cy="896985"/>
          </a:xfrm>
          <a:prstGeom prst="rect">
            <a:avLst/>
          </a:prstGeom>
          <a:solidFill>
            <a:srgbClr val="FFFF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t+1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B54BA55-687C-3B26-3E4A-19622C9AA1CE}"/>
              </a:ext>
            </a:extLst>
          </p:cNvPr>
          <p:cNvSpPr/>
          <p:nvPr/>
        </p:nvSpPr>
        <p:spPr>
          <a:xfrm>
            <a:off x="5850190" y="4746381"/>
            <a:ext cx="900000" cy="89698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54EB3B4-39E3-6B14-E97E-C7A415C57DD2}"/>
              </a:ext>
            </a:extLst>
          </p:cNvPr>
          <p:cNvSpPr/>
          <p:nvPr/>
        </p:nvSpPr>
        <p:spPr>
          <a:xfrm>
            <a:off x="7650188" y="4746381"/>
            <a:ext cx="900000" cy="89698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t+2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53E38BB-D01D-000D-C6FC-6C8D2F222027}"/>
              </a:ext>
            </a:extLst>
          </p:cNvPr>
          <p:cNvSpPr/>
          <p:nvPr/>
        </p:nvSpPr>
        <p:spPr>
          <a:xfrm>
            <a:off x="8550188" y="4746960"/>
            <a:ext cx="1990335" cy="89698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…….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3C0CC5D-2F56-FEC3-0577-7C16270FE13C}"/>
              </a:ext>
            </a:extLst>
          </p:cNvPr>
          <p:cNvSpPr/>
          <p:nvPr/>
        </p:nvSpPr>
        <p:spPr>
          <a:xfrm>
            <a:off x="992886" y="1123511"/>
            <a:ext cx="5924280" cy="108224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0C86714-AC84-9E12-AF68-CCE8B83AC0D8}"/>
              </a:ext>
            </a:extLst>
          </p:cNvPr>
          <p:cNvSpPr/>
          <p:nvPr/>
        </p:nvSpPr>
        <p:spPr>
          <a:xfrm>
            <a:off x="1888313" y="2887296"/>
            <a:ext cx="5924280" cy="108224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F50C06F-BC0C-EEBF-9954-F04891BAD1ED}"/>
              </a:ext>
            </a:extLst>
          </p:cNvPr>
          <p:cNvSpPr/>
          <p:nvPr/>
        </p:nvSpPr>
        <p:spPr>
          <a:xfrm>
            <a:off x="992886" y="4652242"/>
            <a:ext cx="5924280" cy="108224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525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28</Words>
  <Application>Microsoft Office PowerPoint</Application>
  <PresentationFormat>宽屏</PresentationFormat>
  <Paragraphs>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思涵 杨</dc:creator>
  <cp:lastModifiedBy>思涵 杨</cp:lastModifiedBy>
  <cp:revision>2</cp:revision>
  <dcterms:created xsi:type="dcterms:W3CDTF">2025-11-29T01:46:49Z</dcterms:created>
  <dcterms:modified xsi:type="dcterms:W3CDTF">2025-11-29T03:58:49Z</dcterms:modified>
</cp:coreProperties>
</file>